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509353-F52B-42C1-B53F-69B16459C7C3}">
  <a:tblStyle styleId="{41509353-F52B-42C1-B53F-69B16459C7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7" Type="http://schemas.openxmlformats.org/officeDocument/2006/relationships/font" Target="fonts/JetBrains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19" Type="http://schemas.openxmlformats.org/officeDocument/2006/relationships/font" Target="fonts/UrbanistSemiBold-boldItalic.fntdata"/><Relationship Id="rId18" Type="http://schemas.openxmlformats.org/officeDocument/2006/relationships/font" Target="fonts/Urbanis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2.png"/><Relationship Id="rId13" Type="http://schemas.openxmlformats.org/officeDocument/2006/relationships/image" Target="../media/image17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9.png"/><Relationship Id="rId15" Type="http://schemas.openxmlformats.org/officeDocument/2006/relationships/image" Target="../media/image21.png"/><Relationship Id="rId14" Type="http://schemas.openxmlformats.org/officeDocument/2006/relationships/image" Target="../media/image16.png"/><Relationship Id="rId17" Type="http://schemas.openxmlformats.org/officeDocument/2006/relationships/image" Target="../media/image22.png"/><Relationship Id="rId16" Type="http://schemas.openxmlformats.org/officeDocument/2006/relationships/image" Target="../media/image26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25616" y="2452687"/>
            <a:ext cx="614076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LOGSENTINEL </a:t>
            </a:r>
            <a:r>
              <a:rPr b="1" i="0" lang="en-US" sz="5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71825" y="3397448"/>
            <a:ext cx="58483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Multi-Agent SOC Analyst for Critical Infrastructure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71825" y="4205138"/>
            <a:ext cx="5848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 4: AI Log Analyzer Agent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5" y="4224188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405806"/>
            <a:ext cx="5238750" cy="1170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Operational Technology (OT) systems are increasingly targeted, with ransomware attacks surging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87%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last year.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386164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Manual log analysis is too slow for critical threats.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435694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Security teams lack specialized OT context.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852243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LogSentinel AI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bridges this gap with an automated, multi-agent approach.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9187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41409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437" y="490939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Challenge: OT Under Siege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5962"/>
            <a:ext cx="2547937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985962"/>
            <a:ext cx="2547937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985962"/>
            <a:ext cx="2547937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1985962"/>
            <a:ext cx="2547937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4468" y="22812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389477" y="3233737"/>
            <a:ext cx="9118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Frontend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795712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 dashboard with Tailwind CSS for file upload, search, and Copilot chat interface.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98156" y="22812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235823" y="3233737"/>
            <a:ext cx="88651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700462" y="3795712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FastAPI serving 5 core endpoints (Upload, Search, Anomalies, Logs, Chat).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31843" y="22812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773848" y="3233737"/>
            <a:ext cx="14778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&amp; Vector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34150" y="3795712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SQLite for metadata and for local semantic search over log embeddings.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65531" y="22812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747710" y="3233737"/>
            <a:ext cx="11974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ML Pipeline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367837" y="3795712"/>
            <a:ext cx="195738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Sentence-transformers for embeddings and for anomaly detection.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54968" y="2471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8656" y="2471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46156" y="24717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22306" y="4129087"/>
            <a:ext cx="638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156031" y="2471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451181" y="4738687"/>
            <a:ext cx="17907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52500" y="1314450"/>
            <a:ext cx="46005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Multi-Agent Core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62000" y="1314450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23431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Powered by and Claude 3.5 Sonnet.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25" y="2371725"/>
            <a:ext cx="10572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1185267" y="2990850"/>
            <a:ext cx="414873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Orchestrator: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Routes queries &amp; synthesizes results.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88839" y="3790950"/>
            <a:ext cx="41451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 Analyst: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Semantic search &amp; timeline analysis.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90625" y="4591050"/>
            <a:ext cx="3857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Anomaly Hunter: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Pattern detection &amp; severity.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90625" y="5086350"/>
            <a:ext cx="3971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Threat Mapper: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Correlation to MITRE ATT&amp;CK.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956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9957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643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138737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7"/>
          <p:cNvGraphicFramePr/>
          <p:nvPr/>
        </p:nvGraphicFramePr>
        <p:xfrm>
          <a:off x="571500" y="1643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{41509353-F52B-42C1-B53F-69B16459C7C3}</a:tableStyleId>
              </a:tblPr>
              <a:tblGrid>
                <a:gridCol w="2209800"/>
                <a:gridCol w="2762250"/>
                <a:gridCol w="2762250"/>
                <a:gridCol w="3314700"/>
              </a:tblGrid>
              <a:tr h="93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Choice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Alternative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Reasoning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93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SQLite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Simplifies deployment for MVP; sufficient scale.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93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Vector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FAISS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Pinecone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Runs locally with no external dependencies.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93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Orchestration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LangGraph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Raw LLM Calls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Superior multi-agent state management.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93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Embeddings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Sentence-Transf.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OpenAI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Free, fast, local inference for high volume logs.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17"/>
          <p:cNvSpPr/>
          <p:nvPr/>
        </p:nvSpPr>
        <p:spPr>
          <a:xfrm>
            <a:off x="571500" y="2328862"/>
            <a:ext cx="22098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781300" y="2328862"/>
            <a:ext cx="27622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543550" y="2328862"/>
            <a:ext cx="27622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8305800" y="2328862"/>
            <a:ext cx="33147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3338512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781300" y="3338512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543550" y="3338512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8305800" y="3338512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71500" y="4338637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781300" y="4338637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543550" y="4338637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305800" y="4338637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1500" y="5338762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781300" y="5338762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543550" y="5338762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8305800" y="5338762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51911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Engineering Trade-offs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19112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047750" y="2167086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Smart Ingestion: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Log upload with auto-format detection.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47750" y="2770882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 Search: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Semantic search over indexed log content.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047750" y="3374677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Analytics: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Anomaly detection with severity scoring.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47750" y="3978473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Attack Tracing: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Multi-agent copilot traces full kill chain.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47750" y="4582269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Contextualize: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MITRE ATT&amp;CK mapping (Enterprise &amp; ICS).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47750" y="5233689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Out of Scope: Real-time streaming &amp; multi-file correlation.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1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89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127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65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203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71789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MVP Scope: What's Included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97655"/>
            <a:ext cx="5219699" cy="379614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381750" y="2262336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Beyond Simple Detection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381750" y="2852886"/>
            <a:ext cx="5238750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Most tools just flag anomalies.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LogSentinel AI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traces the full attack chain, explains </a:t>
            </a:r>
            <a:r>
              <a:rPr b="0" i="1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exactly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what happened, what was compromised, and provides actionable remediation steps.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LogSentinel Advantage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025" y="1997650"/>
            <a:ext cx="5285225" cy="38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3505676" y="1798290"/>
            <a:ext cx="518064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Let's Build It.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3629025" y="1176465"/>
            <a:ext cx="493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LogSentinel AI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8912" y="4164130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1802850" y="4648075"/>
            <a:ext cx="527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https://github.com/markustips/hackathon-logsentinel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4537" y="403473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7408367" y="4663376"/>
            <a:ext cx="225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mar</a:t>
            </a:r>
            <a:r>
              <a:rPr lang="en-US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kleo@outlook.com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>
            <a:off x="571500" y="262428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1500" y="360714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1500" y="35976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71500" y="35976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282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1666875" y="276716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https://media.istockphoto.com/id/1499410369/photo/warning-icon-on-a-digital-lcd-display-with-reflection.jpg?s=612x612&amp;w=0&amp;k=20&amp;c=igwX3tcYUCAg4gN0CxdxavGCnKeTBmtbGkuk-yyz6s4=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666875" y="321096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565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1666875" y="375002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https://smythos.com/wp-content/uploads/2025/02/neuronal_network_visualization.jpeg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666875" y="39957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smythos.com</a:t>
            </a:r>
            <a:endParaRPr/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13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1666875" y="45347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https://pub.mdpi-res.com/information/information-15-00109/article_deploy/html/images/information-15-00109-g001.png?1708303270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1666875" y="47805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